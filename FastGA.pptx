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howGuide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DAAC09-5C78-FD35-1672-2C1DC0963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1D0FCA-299C-E224-43F7-44C36A7346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598604-055A-9D30-4FA6-97F2F1F9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AC4670-28F2-212D-717D-B9CF6E60A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7A6D097-0D08-98B1-43AB-A5DABFFBB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85145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6D137-9B21-32D9-CE23-9915D2F3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BD6CD8-58DD-916F-9782-D4FDAA573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A0DCDE-975A-B9B6-A369-33F5EB7D4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FA3F78F-5C3C-9680-2628-E82B8B74A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6EBB41-DAE7-9ED2-DA84-58764F10B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7255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B3C855-9615-D018-F863-4044E31F9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EA3FCE4-5C2F-A708-745D-8C64114DE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07C97F-9E4B-B505-B4F0-C89272F17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045927-CF9E-D9CB-42DE-DF79D7A8D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EA1F416-4A57-1B5D-821D-FBADD6C88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03863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F3D6FC-DFD1-54BB-0F30-79256077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7CDF87-B4D3-482B-A4CF-9FD8AE0739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564C0E0-8400-20A1-7381-04BA3A344E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FF8EA9C-936F-57AE-1E67-994DCB33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773ACC4-91C0-04FE-BA85-D7AFDF816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FD14F98-165B-46E9-1977-61A587D6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52646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0F4BF6-3B1D-47BF-417E-B6D3B080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B76EB4B-2363-B524-7C83-8D3020A7A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14837A-CDB0-0F04-A6B5-F9F818C00A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2484775-A37B-7557-FBF9-286418881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E6CA20F-79C7-6A29-6C5F-1B39BFF519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7E45A56-61CB-D6DE-D016-775CF5FCF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FC6DF98-7CDA-FEB5-5E80-3DEC43496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7943B9D-7268-5686-37D1-BB0EB1D06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53882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88DA0E-FD7D-B0C4-4922-D99970C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87AD248-A778-10FA-6C8C-8FFC299F9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DB3A1F8-BD29-0BC5-F273-E1656AB43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90C9ACA-3705-7371-3BB2-F03C9E1BE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32357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B53CF8A-7B5D-D748-F773-5E07C0854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BEA30ED-0897-E32D-18DF-D198D53D1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783953-7CCF-2E47-5564-3159D9E31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9727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09563F-AA64-192C-F18B-CCB4E128E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477898-2144-A12A-6A5E-005C6A5A6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1C3C12F-471E-3C98-D8FE-C48405156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4996717-8017-E198-9CDD-A7733C026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55B2FE8-C75C-F302-8C61-F9BAD73C2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F82BF2-E924-17B4-F870-A9EB2544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950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20EC78-AFCA-A9F5-14B8-966A2C587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8ECF935-6F6C-ADAD-C0FC-F6AF1B7EE9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13F7314-D5CC-2DE0-19C6-F1A970D0B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D392E74-9BDE-58E2-D7D2-80039DFED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35BC019-0F9A-11EF-3BFB-71102E638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1B6A834-1ED3-577F-88B1-05D3C3BC6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7041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589B25-6799-1F16-4A85-B9CFF1B99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300FC06-EABA-3793-3907-8DC61360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057820-AB6C-0447-91B3-3C625B79D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37BB98-1243-4F6C-BD5A-9AE65FD6F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28651B4-B507-60E2-0799-611325E5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32969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CD010F4-224C-73F5-07FF-FA74A6F35B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398AD5A-23C1-FE35-26F1-84E913152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CFCD9F-1F76-4E11-4099-DC10A54E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20E525-7305-CB37-A046-098903B80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CC33A2-E28E-89C2-08AC-D6EC98F2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1564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D4FA156-B9BA-0ED8-33D5-C8ADAEC43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3DEF46E-C3F6-3B39-162E-21C247A57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A747D-AF34-D9AC-35B8-5C93447E22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8259D5-7655-A241-AFFF-1E9FA8481293}" type="datetimeFigureOut">
              <a:rPr kumimoji="1" lang="zh-TW" altLang="en-US" smtClean="0"/>
              <a:t>2026/6/5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31631D-36B3-CD2C-EBBB-76F407905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E0D246C-3F96-6205-B970-18A4C9A2A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91099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ABD4D-C635-1AC2-9A4A-0FA22F02D9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TW" b="1" dirty="0" err="1">
                <a:latin typeface="+mn-lt"/>
                <a:cs typeface="Times New Roman" panose="02020603050405020304" pitchFamily="18" charset="0"/>
              </a:rPr>
              <a:t>FastGA</a:t>
            </a:r>
            <a:endParaRPr kumimoji="1" lang="zh-TW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900283C-3A82-0A1D-796D-8F5ADE12A7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96291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Macintosh PowerPoint</Application>
  <PresentationFormat>寬螢幕</PresentationFormat>
  <Paragraphs>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FastGA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林晉宇</dc:creator>
  <cp:lastModifiedBy>林晉宇</cp:lastModifiedBy>
  <cp:revision>2</cp:revision>
  <dcterms:created xsi:type="dcterms:W3CDTF">2026-06-04T13:55:29Z</dcterms:created>
  <dcterms:modified xsi:type="dcterms:W3CDTF">2026-06-05T03:01:43Z</dcterms:modified>
</cp:coreProperties>
</file>